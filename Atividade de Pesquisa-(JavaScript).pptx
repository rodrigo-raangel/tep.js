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60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08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10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27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13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86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89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29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66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81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0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59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684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445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756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996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0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4418-7A0A-45E9-9225-C22045BAF4E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17BC0-4B7F-4493-9ECD-D1A3C9041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412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814F2-DA12-30EE-B975-B0398373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918" y="0"/>
            <a:ext cx="11719249" cy="1642188"/>
          </a:xfrm>
        </p:spPr>
        <p:txBody>
          <a:bodyPr>
            <a:normAutofit/>
          </a:bodyPr>
          <a:lstStyle/>
          <a:p>
            <a:r>
              <a:rPr lang="pt-BR" sz="48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 de Pesquisa-(</a:t>
            </a:r>
            <a:r>
              <a:rPr lang="pt-BR" sz="4800" b="1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r>
              <a:rPr lang="pt-BR" sz="48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8E7528-50A6-598D-7DB6-0287E57E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342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7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CB017-015E-A6C4-2059-4F5A6469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81" y="466181"/>
            <a:ext cx="10955694" cy="1293028"/>
          </a:xfrm>
        </p:spPr>
        <p:txBody>
          <a:bodyPr/>
          <a:lstStyle/>
          <a:p>
            <a:r>
              <a:rPr lang="pt-BR" b="1" dirty="0"/>
              <a:t>O que é </a:t>
            </a:r>
            <a:r>
              <a:rPr lang="pt-BR" b="1" dirty="0" err="1"/>
              <a:t>javaScript</a:t>
            </a:r>
            <a:r>
              <a:rPr lang="pt-BR" b="1" dirty="0"/>
              <a:t>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264494-F623-1FF1-5C53-1488D5E3FC94}"/>
              </a:ext>
            </a:extLst>
          </p:cNvPr>
          <p:cNvSpPr txBox="1"/>
          <p:nvPr/>
        </p:nvSpPr>
        <p:spPr>
          <a:xfrm>
            <a:off x="5829298" y="1666876"/>
            <a:ext cx="61206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 u="none" strike="noStrike" dirty="0">
                <a:effectLst/>
                <a:latin typeface="Google Sans"/>
              </a:rPr>
              <a:t>. O </a:t>
            </a:r>
            <a:r>
              <a:rPr lang="pt-BR" b="1" u="none" strike="noStrike" dirty="0" err="1">
                <a:effectLst/>
                <a:latin typeface="Google Sans"/>
              </a:rPr>
              <a:t>JavaScript</a:t>
            </a:r>
            <a:r>
              <a:rPr lang="pt-BR" dirty="0"/>
              <a:t> é uma linguagem de programação interpretada de alto nível, essencial para a web. Junto com o HTML e o CSS, ele forma a base da internet, permitindo criar páginas dinâmicas, interativas e aplicações modernas.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278F67-4A71-38DB-8FBE-7E1E7EE7F2AB}"/>
              </a:ext>
            </a:extLst>
          </p:cNvPr>
          <p:cNvSpPr txBox="1"/>
          <p:nvPr/>
        </p:nvSpPr>
        <p:spPr>
          <a:xfrm>
            <a:off x="242015" y="2405540"/>
            <a:ext cx="4933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Para que serve?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E5F759F-F8C4-ECE4-36D9-B03A0F56E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15" y="3178019"/>
            <a:ext cx="4742941" cy="2569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Criar animações, gráficos 2D/3D e mapas interativos.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Validar formulários (como verificar se uma senha foi digitada corretamente) e enviar dados de login.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Consumir APIs para buscar dados externos, como a previsão do tempo atualizada. 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Atualizar conteúdos na tela sem precisar recarregar a página.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16433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422EF-A7F8-C64F-A6BE-27FD3A9D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Exemplos de código </a:t>
            </a:r>
          </a:p>
        </p:txBody>
      </p:sp>
      <p:pic>
        <p:nvPicPr>
          <p:cNvPr id="3074" name="Picture 2" descr="Guia da Linguagem JavaScript | Blog da TreinaWeb">
            <a:extLst>
              <a:ext uri="{FF2B5EF4-FFF2-40B4-BE49-F238E27FC236}">
                <a16:creationId xmlns:a16="http://schemas.microsoft.com/office/drawing/2014/main" id="{1061D171-AE10-7B59-03E0-186B47305C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9" y="2305051"/>
            <a:ext cx="5329542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ntendendo o setTimeout e o setInterval do Javascript – Emerson Broga">
            <a:extLst>
              <a:ext uri="{FF2B5EF4-FFF2-40B4-BE49-F238E27FC236}">
                <a16:creationId xmlns:a16="http://schemas.microsoft.com/office/drawing/2014/main" id="{C5A91708-C6C0-7849-5054-8C08AC0AB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2305051"/>
            <a:ext cx="6110591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94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88F52-46CF-1012-305B-AF4AABDB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BF61D7-2391-71AE-369A-F942F003CA1C}"/>
              </a:ext>
            </a:extLst>
          </p:cNvPr>
          <p:cNvSpPr txBox="1"/>
          <p:nvPr/>
        </p:nvSpPr>
        <p:spPr>
          <a:xfrm>
            <a:off x="781050" y="498586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https://www.google.com/url?sa=t&amp;source=web&amp;rct=j&amp;url=https%3A%2F%2Femersonbroga.com%2Fentendendo-o-settimeout-e-o-setinterval-do-javascript%2F&amp;ved=0CBYQjRxqFwoTCJC8rM7LzZQDFQAAAAAdAAAAABBt&amp;opi=89978449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C51B6F-C4B2-6A07-274E-65180E1ED0BF}"/>
              </a:ext>
            </a:extLst>
          </p:cNvPr>
          <p:cNvSpPr txBox="1"/>
          <p:nvPr/>
        </p:nvSpPr>
        <p:spPr>
          <a:xfrm>
            <a:off x="781050" y="40773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https://dkrn4sk0rn31v.cloudfront.net/uploads/2021/02/exemplo-else.png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093099-6AAF-0B96-8587-2F48E6A4BFFD}"/>
              </a:ext>
            </a:extLst>
          </p:cNvPr>
          <p:cNvSpPr txBox="1"/>
          <p:nvPr/>
        </p:nvSpPr>
        <p:spPr>
          <a:xfrm>
            <a:off x="3429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sz="1800" dirty="0"/>
              <a:t>https://pt.wikipedia.org/wiki/JavaScript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44B3669-79AE-6D70-25E8-C2917E9D0288}"/>
              </a:ext>
            </a:extLst>
          </p:cNvPr>
          <p:cNvSpPr txBox="1"/>
          <p:nvPr/>
        </p:nvSpPr>
        <p:spPr>
          <a:xfrm>
            <a:off x="781050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https://www.youtube.com/watch?v=QnLSBuykGxI&amp;t=124</a:t>
            </a:r>
          </a:p>
        </p:txBody>
      </p:sp>
    </p:spTree>
    <p:extLst>
      <p:ext uri="{BB962C8B-B14F-4D97-AF65-F5344CB8AC3E}">
        <p14:creationId xmlns:p14="http://schemas.microsoft.com/office/powerpoint/2010/main" val="1863264786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34</TotalTime>
  <Words>203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Google Sans</vt:lpstr>
      <vt:lpstr>Trilha de Vapor</vt:lpstr>
      <vt:lpstr>Atividade de Pesquisa-(JavaScript)</vt:lpstr>
      <vt:lpstr>O que é javaScript?</vt:lpstr>
      <vt:lpstr>Exemplos de código 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Fernandes</dc:creator>
  <cp:lastModifiedBy>Gabriel Fernandes</cp:lastModifiedBy>
  <cp:revision>1</cp:revision>
  <dcterms:created xsi:type="dcterms:W3CDTF">2026-05-22T18:40:04Z</dcterms:created>
  <dcterms:modified xsi:type="dcterms:W3CDTF">2026-05-22T19:14:32Z</dcterms:modified>
</cp:coreProperties>
</file>